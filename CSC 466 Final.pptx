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f30ed9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f30ed9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cf30ed9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cf30ed9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cf30ed99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cf30ed99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cf30ed99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cf30ed9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30ed99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f30ed9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cf30ed99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cf30ed99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cf30ed99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cf30ed99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cf30ed99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cf30ed99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cf30ed99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cf30ed99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cf30ed9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cf30ed9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Used Car Prices From Craigslist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5236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Colby Watts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31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Cars are a big part of daily life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Expensive purchases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car prices vary greatly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Want to ensure we’re </a:t>
            </a:r>
            <a:r>
              <a:rPr lang="en">
                <a:solidFill>
                  <a:schemeClr val="dk1"/>
                </a:solidFill>
              </a:rPr>
              <a:t>getting</a:t>
            </a:r>
            <a:r>
              <a:rPr lang="en">
                <a:solidFill>
                  <a:schemeClr val="dk1"/>
                </a:solidFill>
              </a:rPr>
              <a:t> the best deal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price bin-classifier helps identify overpriced or underpriced listings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Why is it suspicious to buy a car with cash?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100" y="1450350"/>
            <a:ext cx="3205200" cy="21368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71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Kaggle dataset of Craigslist listings from April-May 2021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426,000+ rows, 26 columns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Year, make, model, odometer, condition, cylinders, transmission, etc.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MANY null/wrong values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209,000 rows after data cleaning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71758"/>
            <a:ext cx="3841699" cy="2171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294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71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p17" title="Screenshot 2025-12-02 at 6.31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88" y="2405225"/>
            <a:ext cx="8104224" cy="3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Setup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71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Created 5 price bins representing ~20% of the dataset each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Predicted a price bin for each vehicle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Tried several different models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8" name="Google Shape;88;p18" title="Screenshot 2025-12-02 at 6.36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550" y="1601975"/>
            <a:ext cx="4424274" cy="13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71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Best standalone model was a neural network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Good at finding non-linear relationships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“Miles affects price much more on an exotic car than an economy car”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Decided to create an ensemble model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Neural Net, XGBoost, Collaborative Filtering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Fixes blind spots in each individual model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25" y="3062825"/>
            <a:ext cx="7374750" cy="17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15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Evaluated each model using precision, recall, F1, MAP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Mainly concerned with precision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Ensemble model is able to predict the correct bin 72.6% of the time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Good considering baseline is 27.6%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25" y="3062825"/>
            <a:ext cx="7374750" cy="17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100" y="25425"/>
            <a:ext cx="6365800" cy="50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11" y="0"/>
            <a:ext cx="6429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1954200"/>
            <a:ext cx="8520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Thank You!</a:t>
            </a:r>
            <a:endParaRPr sz="4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